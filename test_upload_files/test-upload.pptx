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F0145F-F9C2-7151-CC9C-D88C1EDFC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33532ED-2771-B0D5-8924-622A1FCF3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17F4EF-53A5-BD8E-549F-093BA3BF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DA2247-A746-9988-FD39-C61B5D52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BC4771-0FD7-9712-60A0-DD142446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62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EEB2C7-B518-9D93-1E08-4667B27D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E0C750-372E-8DCB-0D5C-6FD178D40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82029BB-5CDD-6F33-2108-9070858CC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5C1A9F-E915-A8B9-72FC-0B24B774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089D19-A420-5732-AEEC-B4C1D566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1785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C23F5A-5632-1F65-B721-A4BA04C07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D9EC66-D149-23AD-2150-9D63FC38F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46572D-D35A-C9CE-25CA-A5D436D45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FCD96A-E9F2-2AD4-64B3-AA556B8CF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05E6BE-525B-135A-91C4-0B8EA76C5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56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AA3B51-40BF-8999-104E-8711527F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D63461-18CB-C267-FD76-7D44A6572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65C308-5447-0496-0BFA-59C1E5D09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8370C5D-D893-F64D-22F6-E75BC9C7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A8D0BB-1EF4-7BB1-0C4D-0FF5B5AD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E0A84F-244F-E602-FC94-BB389BC7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573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430EDA-DFCB-729C-4EFC-7D7EF1FC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91C6DC-C36A-F770-82D9-D790A7E9E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DBF1311-AF2F-2557-29B2-C8FC2AD35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AB823B8-36CB-2D52-A23D-7C8283F2C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65544E-D805-B800-96CB-E34EABA94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902EAE8-5AAA-2551-2C49-F2861571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8073C8A-5372-4CF8-4709-85444E88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720CBE6-2957-4F71-A084-DE6AA53B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833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AE2863-8A33-249D-1E77-FBA5F9FB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62043D-C369-B923-60BD-967AFB565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D681C06-F7CE-D4EA-1BBA-F14BEBCC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E36DC2-5447-4098-F0C7-354EA89E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936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01D3EA5-ED9B-A234-3AC2-99FA6AF8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1DB495F-E479-A3C1-AA68-D1577924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15A4FC-13F9-E0BB-3410-571AFEB4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020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BF66B7-9296-AE49-0F26-2C92EB2E6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8F0694-8209-AE19-1A81-D153F29B5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37CC1D-41D7-B688-8297-FA7EE955E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CB2CC2-C52B-B62A-E81D-37DC4071C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74DF3D1-C2A1-7E71-6F57-3112886F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F0E854-D7B0-686B-50B6-D7F66786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1929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DD9C00-0046-D985-4BD8-9FFF99A60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E03313F-C282-C664-8DF1-AFCA77674E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1B58F78-F0EA-9118-ECA6-B926848FC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903486-CD6E-EBAC-EE57-063C374CC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D85CE3-23D3-5A8A-107F-1DBD7A71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55A0A5-A0DC-75F9-50FD-CB2433A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35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179B6-02E4-494B-2885-35FE42AF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0DAC36-9237-EA05-E437-D78234177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C4DC06-91F0-FF98-A564-F3EE6C48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81A9C9-51D2-A51E-5D14-B016F974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8418E6-E9FF-4FD4-842B-DE25916A6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60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2A4973D-4759-F923-D0AF-03D203518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F35EAD0-2F3D-CBDB-E946-753522D3B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FD9470-6015-DE32-3C93-36BAD839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C84928-409E-9843-2802-9A3B5497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F03060-0203-8959-CE35-93B75581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175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E16C227-6464-1252-EA69-5D1B3BDF8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F8011E-6D38-E801-174C-0BB863834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3785E3-9CE5-646E-7659-5F60042A8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9946B-6DDD-4FE2-9D9F-203BBADAFCA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DA9061-2C83-D734-7F51-D9E5F80137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2E5685-2AD9-C929-ECF7-48AE35295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5A597-8A52-4FC2-AB17-2A93D4B269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696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091F48-5D5E-7E4D-9AF7-56C52E53A2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1800" kern="100" dirty="0">
                <a:effectLst/>
                <a:latin typeface="Georgia" panose="02040502050405020303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File Upload Test - After Fix</a:t>
            </a:r>
            <a:b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sz="1800" kern="100" dirty="0">
                <a:effectLst/>
                <a:latin typeface="Georgia" panose="02040502050405020303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Timestamp: 2025-11-2</a:t>
            </a:r>
            <a:r>
              <a:rPr lang="en-US" altLang="zh-TW" sz="1800" kern="100" dirty="0">
                <a:effectLst/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8</a:t>
            </a:r>
            <a:b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sz="1800" kern="100" dirty="0">
                <a:effectLst/>
                <a:latin typeface="Georgia" panose="02040502050405020303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Testing R2 </a:t>
            </a:r>
            <a:r>
              <a:rPr lang="en-US" altLang="zh-TW" sz="1800" kern="100">
                <a:effectLst/>
                <a:latin typeface="Georgia" panose="02040502050405020303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Storage Integration</a:t>
            </a:r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9909AEC-A8B0-92EF-8F35-247BE6AABD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9482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Georgia</vt:lpstr>
      <vt:lpstr>Office 佈景主題</vt:lpstr>
      <vt:lpstr>File Upload Test - After Fix Timestamp: 2025-11-28 Testing R2 Storage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Theng Yuan</dc:creator>
  <cp:lastModifiedBy>Theng Yuan</cp:lastModifiedBy>
  <cp:revision>1</cp:revision>
  <dcterms:created xsi:type="dcterms:W3CDTF">2025-12-02T03:21:42Z</dcterms:created>
  <dcterms:modified xsi:type="dcterms:W3CDTF">2025-12-02T03:21:48Z</dcterms:modified>
</cp:coreProperties>
</file>